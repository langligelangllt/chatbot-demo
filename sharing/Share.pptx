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1F82D-69FB-C9FC-FCFE-29D6D7162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0D3AF1-536F-833B-2944-DB9320A8A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1E3D5-6072-010E-50E2-5E4D92B5B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D0B5EE-C84A-B984-084D-708B1352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73220-CEF4-5136-9300-B5989002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99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48E0E-6704-DA10-4C1D-EDC5DFFA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47BCD-A8BF-454C-634F-1FA0084FD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0805A-98E8-A32D-AA9F-8E1360897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EF323B-86D1-11BD-CA65-7E8768F8F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8455B-C43D-EAF8-40DA-602277021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10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DACF3-FEBF-4377-1252-41E0DAEA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C4AC51-5891-1203-0568-E413C9C8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8D980A-99D2-C7E4-B234-6CCF7FA6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287EC-A76A-28A6-E14E-DACFB842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2F01A-7978-F1B9-FF6F-C9403ED8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042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ED9DC2-2546-F3A4-9EA7-359B8EFB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44A31B-3D13-83AD-E2FD-D0753D97C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C5A71F-2F86-EEB3-A3C7-7C9685CF0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50C470-7FBA-8BEC-8BA3-011E567C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34B83B-6478-172D-2A6C-1328A9AD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7E37EE-51C2-9005-9BB8-481FDDAC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36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08971-08DE-264B-9767-ED7CB7D9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CAFD5D-487D-2D9F-0194-15520D4B7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F62661-81F1-357C-1E14-AB9B7E679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DD4491-72DA-BC34-DB4B-E417C0466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05D1CD-9800-803D-631A-E8795D251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86E526-466F-7D1B-71A2-1FC03C3E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F83C92-F1FC-D91E-A7D4-C135E0DC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3882BE-269F-8CFE-B301-20F83027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107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E62F23-9A9C-0FDF-2A0D-7F042FD48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153A1A-F91A-2914-4664-E0AE0755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06BB09-2F89-3114-2C37-8C8FBA899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269C75-BB63-2532-26E6-768BDC2A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606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717A7-C9BE-E6B8-0F59-B47FC492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4D76E3-4555-37AA-64F5-01E9E3B2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FC2E7-FC54-C3DB-AE9C-8C042957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76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C7FA6B-CB15-EA38-4677-6D9FC6E0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7B11CF-5B5A-759F-16A2-4A473CAC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C6DF16-F2DE-E7F7-9834-3FC12924F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4ED32C-8DB5-9547-5863-EF4C403D9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DE1700-8629-449F-9C32-E97DE0CF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EAF233-B595-08A4-84BA-BA5FF33B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46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5497C-1D03-DAEE-EFA5-A0045DED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D61DE4-921D-DBF1-C1E5-2E829E7EF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657B34-8D09-8D9D-B044-B6BDB104D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7420B8-B1A5-8FE1-2299-E44665DB0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8ADE05-BCCF-B1F7-B428-68D824A2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75AA1A-0FD8-4123-61D6-397E51951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95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4FE60-72F9-94F5-7522-B6C9FCAE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A9767D-FAE6-A39F-84FC-7C0C324D9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F2A8F-0CDE-8733-8DE7-834105C6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0EEA4A-64AB-9C73-7DAB-569CF50C7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4491F7-A052-AF91-FD8B-FF2379E5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04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7830CD-99A5-522D-34A4-928CB8594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8D7157B-5171-CD98-1200-7177A47AB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776AC-FB0A-D38F-AD53-25379AE4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311621-EDB0-ADAA-43D5-C18EFC4B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1E1B60-21AA-69DC-74FC-EB45927C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52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19FB07-0A66-8556-789E-EB3E2D74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46EADD-03B9-0FA2-9CA5-6AB4698D3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39B15D-28E7-595D-77A6-3441C06EB8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CF22-4B02-4DA2-B8E8-3669C7F8CD0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207E0-A07F-0019-637E-0A26CBC4A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EF301-8CC5-2CDB-D3BE-4ED8447A1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4306-1ADB-49D2-8E5D-6447AA0D30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1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9397C-3026-0B8E-68DD-02A1F5D0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118"/>
            <a:ext cx="10515600" cy="776156"/>
          </a:xfrm>
        </p:spPr>
        <p:txBody>
          <a:bodyPr/>
          <a:lstStyle/>
          <a:p>
            <a:r>
              <a:rPr lang="en-US" altLang="zh-CN" dirty="0"/>
              <a:t>Requirements Architecture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DEEA25-CB8D-DE90-EF82-855535538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426" y="866274"/>
            <a:ext cx="8641749" cy="572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77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6088F-433F-8A89-6CA0-18A20CA8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10743"/>
            <a:ext cx="10515600" cy="721155"/>
          </a:xfrm>
        </p:spPr>
        <p:txBody>
          <a:bodyPr/>
          <a:lstStyle/>
          <a:p>
            <a:r>
              <a:rPr lang="en-US" altLang="zh-CN" dirty="0"/>
              <a:t>Technical Architecture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8E59A9-200C-A3F0-E32E-79BA11F68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15" y="730499"/>
            <a:ext cx="8019121" cy="612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43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ED42A44-2CC1-987E-5F6D-C5340B5D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323" y="83243"/>
            <a:ext cx="10515600" cy="707404"/>
          </a:xfrm>
        </p:spPr>
        <p:txBody>
          <a:bodyPr/>
          <a:lstStyle/>
          <a:p>
            <a:r>
              <a:rPr lang="en-US" altLang="zh-CN" dirty="0"/>
              <a:t>RAG Architecture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307B94-1CDB-83C2-9652-FF64BF44C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26" y="742521"/>
            <a:ext cx="9376808" cy="57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68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Requirements Architecture</vt:lpstr>
      <vt:lpstr>Technical Architecture</vt:lpstr>
      <vt:lpstr>RAG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Liangtong Liu</dc:creator>
  <cp:lastModifiedBy>Liangtong Liu</cp:lastModifiedBy>
  <cp:revision>6</cp:revision>
  <dcterms:created xsi:type="dcterms:W3CDTF">2025-11-29T01:29:40Z</dcterms:created>
  <dcterms:modified xsi:type="dcterms:W3CDTF">2025-11-29T02:41:24Z</dcterms:modified>
</cp:coreProperties>
</file>